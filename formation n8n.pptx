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5954" autoAdjust="0"/>
  </p:normalViewPr>
  <p:slideViewPr>
    <p:cSldViewPr snapToGrid="0">
      <p:cViewPr varScale="1">
        <p:scale>
          <a:sx n="41" d="100"/>
          <a:sy n="41" d="100"/>
        </p:scale>
        <p:origin x="1628" y="40"/>
      </p:cViewPr>
      <p:guideLst/>
    </p:cSldViewPr>
  </p:slideViewPr>
  <p:notesTextViewPr>
    <p:cViewPr>
      <p:scale>
        <a:sx n="1" d="1"/>
        <a:sy n="1" d="1"/>
      </p:scale>
      <p:origin x="0" y="-5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E3531-FA00-4D4C-B4FA-F7EFCAA5BF14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F6E97-8992-4AA9-857B-AF425D8CD8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3694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Pourquoi automatisation :</a:t>
            </a:r>
          </a:p>
          <a:p>
            <a:pPr marL="171450" indent="-171450">
              <a:buFontTx/>
              <a:buChar char="-"/>
            </a:pPr>
            <a:r>
              <a:rPr lang="fr-FR" dirty="0"/>
              <a:t>Gain de temps</a:t>
            </a:r>
          </a:p>
          <a:p>
            <a:pPr marL="171450" indent="-171450">
              <a:buFontTx/>
              <a:buChar char="-"/>
            </a:pPr>
            <a:r>
              <a:rPr lang="fr-FR" dirty="0"/>
              <a:t>Sécurise / peu d’erreurs</a:t>
            </a:r>
          </a:p>
          <a:p>
            <a:pPr marL="171450" indent="-171450">
              <a:buFontTx/>
              <a:buChar char="-"/>
            </a:pPr>
            <a:endParaRPr lang="fr-FR" dirty="0"/>
          </a:p>
          <a:p>
            <a:pPr marL="0" indent="0">
              <a:buFontTx/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F6E97-8992-4AA9-857B-AF425D8CD84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8636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Clé ONE SIMPLE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Oq9dpQQFzLXdNu2GlLIAdEe9sz9bXoat4VF7mz47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0ccd0abdcddc3e7c1fd1aa0f40fbc595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TALLY FORM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tly-WQI0gAOFDwwvh0UBAdn0sGxS23c2oHyU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F6E97-8992-4AA9-857B-AF425D8CD84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5550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6AD79F-A338-BE0E-4DB1-54D3C65FB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9BDC0E7-82D2-734E-EACE-44F27019D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BE7930-1B97-97ED-442F-990E0E05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C8CF-C12D-42F8-B4FA-17BD8B637A65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EBE50F-DCAF-DFCE-5252-45396C46F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A006C1-C221-18BD-35E0-3E50C99B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604-8A4E-44E0-86D6-1C7C9AE43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219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08D0FE-5131-0C6A-A35C-4FC98682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F63446-5B92-4FAB-4651-45D9C96D3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C00087-9570-1C9B-4810-825E7B587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C8CF-C12D-42F8-B4FA-17BD8B637A65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7E2DB0-D7CE-CD96-E4EE-083FA2490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FF9D0F-ACE0-FD06-BB21-3094412C9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604-8A4E-44E0-86D6-1C7C9AE43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5981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827EC-B406-A238-4B1D-97A912213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73BE9C-F70A-5FEC-5953-EA42F2AAE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CFDBC4-C41F-2112-64B3-3DEA894DE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C8CF-C12D-42F8-B4FA-17BD8B637A65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5E7740-65D1-CC02-130A-4AD34E28A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E4E4FA-483C-3D2B-A970-99375B5E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604-8A4E-44E0-86D6-1C7C9AE43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989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FF3998-8ADC-6B61-D115-93AC8C6DA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28FD4F-EF2C-6615-2896-23B3708B5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2E3FB27-B248-2AB1-C313-8E2629E10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C5D878-6BD3-7527-D16F-1B0511CA8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C8CF-C12D-42F8-B4FA-17BD8B637A65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D0F4CF5-1C5B-E8E6-DE64-048C8A42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4A35B0-046D-E80B-4638-F8423048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604-8A4E-44E0-86D6-1C7C9AE43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6868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52B9E4-C93A-8609-2E4F-2264498C8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8E2369-92FE-B1C7-D86B-EA17B637C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7D3BF79-ACCF-C1F3-D289-83D45A9C1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DC319E-7F44-4418-ECA2-5AEFC2907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2EFB744-06AA-303D-0F02-DE7F243EE3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3270015-0408-96B0-DF20-E6136B591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C8CF-C12D-42F8-B4FA-17BD8B637A65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4527922-A430-015C-FC6D-84B70F02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1C23E2F-1DB2-D6D4-EEF9-C31C67C0C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604-8A4E-44E0-86D6-1C7C9AE43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456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B43E9-F458-188C-BCB3-F8C6E3F2B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0CD5FC2-9A06-942B-A812-E4E31F39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C8CF-C12D-42F8-B4FA-17BD8B637A65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6D4D729-5F0E-18C5-C574-690683FB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0F94D3F-2DC8-C366-7649-9F53BB14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604-8A4E-44E0-86D6-1C7C9AE43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4146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C2AD013-4874-9749-2025-7D45F7E1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C8CF-C12D-42F8-B4FA-17BD8B637A65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03EA2C1-DAF7-5775-F0F4-62AECFBB2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6B4BBF-E7FC-E8E5-2D2D-350E90FCF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604-8A4E-44E0-86D6-1C7C9AE43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999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9CC21A-8BA0-9E16-DB19-D122D21AF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DD6E02-D631-7454-E1EA-A60959101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0D5EABD-EEB9-A634-50A4-67EDF381D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60B1D8-0F02-A141-FDBB-5B00CDC8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C8CF-C12D-42F8-B4FA-17BD8B637A65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B8A016-48D8-0FEC-B76E-376EEB366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6FB94B-B231-1B0C-86FA-7A66E883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604-8A4E-44E0-86D6-1C7C9AE43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692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AC2FB2-ADC3-DA35-8417-5A1C2104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A08266C-9F9B-031C-3D7F-B88D6DD150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211501B-D344-0BB5-142A-ECC3B7832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4F899E4-AADD-18BF-BFA1-D80CAE32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C8CF-C12D-42F8-B4FA-17BD8B637A65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535A61-110B-8DAA-7C3A-C23AD8C54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E8585C-3FC3-2799-EB10-E2FE66C8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604-8A4E-44E0-86D6-1C7C9AE43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888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5FC431-05E3-63BD-00D6-42E677F0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169162-088D-2772-B9D2-1C1DE9540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6C832F-153E-B242-A1E7-8E209DE32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C8CF-C12D-42F8-B4FA-17BD8B637A65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C74415-FCA3-DE98-5382-AA71E8F7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0D8ECC-DFA1-1BD5-901D-F5734C4F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604-8A4E-44E0-86D6-1C7C9AE43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569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A232DED-7B5A-7006-7D67-DC95871CE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8A2BEFC-6A28-6C8B-6323-3CDAFC62A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C26715-2499-5FD9-290F-ECA6AA01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C8CF-C12D-42F8-B4FA-17BD8B637A65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FBF7C0-146E-2799-6097-7F5CEB24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6B7E6F-66BB-084E-0F1A-7D3C83E7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604-8A4E-44E0-86D6-1C7C9AE43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497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5520C2C-5BB0-D9EE-6A7D-E1BB0161C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1C963F-4982-0203-C75A-F7AC993EE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19B2E8-3388-59C6-8772-5B88A41164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3C8CF-C12D-42F8-B4FA-17BD8B637A65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66A53A-D833-1E69-2E47-AE9E07D8B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DC3718-151B-B5F6-ECF1-02965AEEE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62604-8A4E-44E0-86D6-1C7C9AE43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880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09F0EBDF-224F-8336-3298-F92DB07E8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400" y="682447"/>
            <a:ext cx="8796230" cy="549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550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, logiciel, Page web, Site web&#10;&#10;Le contenu généré par l’IA peut être incorrect.">
            <a:extLst>
              <a:ext uri="{FF2B5EF4-FFF2-40B4-BE49-F238E27FC236}">
                <a16:creationId xmlns:a16="http://schemas.microsoft.com/office/drawing/2014/main" id="{0A263881-05D0-16CB-F43F-68C9816AC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50" y="558691"/>
            <a:ext cx="8271936" cy="58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7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D6A08235-FA43-E2F0-97A5-27D742FC5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69" y="227129"/>
            <a:ext cx="5638902" cy="604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2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D3D412DE-FCAA-F7FB-3AF9-2E358AB87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70" y="383179"/>
            <a:ext cx="10016044" cy="630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945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51B75074-7800-66DA-BA77-1B6A52698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581" y="659878"/>
            <a:ext cx="8937390" cy="562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45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52B53B-721D-901C-DEEA-61C632E7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Survey </a:t>
            </a:r>
            <a:r>
              <a:rPr lang="fr-FR" dirty="0" err="1"/>
              <a:t>monkey</a:t>
            </a:r>
            <a:r>
              <a:rPr lang="fr-FR" dirty="0"/>
              <a:t> api</a:t>
            </a:r>
          </a:p>
        </p:txBody>
      </p:sp>
      <p:pic>
        <p:nvPicPr>
          <p:cNvPr id="5" name="Espace réservé du contenu 4" descr="Une image contenant texte, Polic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178A664F-A04D-4D1F-D246-54FE32062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63614"/>
            <a:ext cx="10515600" cy="287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69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6FADF-A457-CF02-983D-A3597FCFE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>
                <a:solidFill>
                  <a:schemeClr val="accent5"/>
                </a:solidFill>
              </a:rPr>
              <a:t>Ecrire du texte et ajouter des images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AB9154-A1CB-8A46-620C-7BCF96E45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435" y="1690688"/>
            <a:ext cx="11227130" cy="4351338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Conseil :</a:t>
            </a:r>
          </a:p>
          <a:p>
            <a:pPr>
              <a:buFontTx/>
              <a:buChar char="-"/>
            </a:pPr>
            <a:r>
              <a:rPr lang="fr-FR" i="1" dirty="0"/>
              <a:t>Écrire le mail dans EDIT FILE et pas dans le GMAIL</a:t>
            </a:r>
          </a:p>
          <a:p>
            <a:pPr>
              <a:buFontTx/>
              <a:buChar char="-"/>
            </a:pPr>
            <a:r>
              <a:rPr lang="fr-FR" i="1" dirty="0"/>
              <a:t>Pour faire des espaces &lt;BR&gt;</a:t>
            </a:r>
          </a:p>
          <a:p>
            <a:pPr>
              <a:buFontTx/>
              <a:buChar char="-"/>
            </a:pPr>
            <a:r>
              <a:rPr lang="fr-FR" i="1" dirty="0"/>
              <a:t>Pour ajouter un PDF il faut le stocker dans drive et ajouter un </a:t>
            </a:r>
            <a:r>
              <a:rPr lang="fr-FR" i="1" dirty="0" err="1"/>
              <a:t>node</a:t>
            </a:r>
            <a:r>
              <a:rPr lang="fr-FR" i="1" dirty="0"/>
              <a:t> « download drive »  </a:t>
            </a:r>
          </a:p>
          <a:p>
            <a:pPr marL="0" indent="0">
              <a:buNone/>
            </a:pPr>
            <a:endParaRPr lang="fr-FR" dirty="0"/>
          </a:p>
          <a:p>
            <a:pPr>
              <a:buFontTx/>
              <a:buChar char="-"/>
            </a:pPr>
            <a:endParaRPr lang="fr-FR" dirty="0"/>
          </a:p>
          <a:p>
            <a:pPr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4520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24EBAC-ED97-C940-48FD-43DFCB8BC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06" y="18255"/>
            <a:ext cx="10515600" cy="1325563"/>
          </a:xfrm>
        </p:spPr>
        <p:txBody>
          <a:bodyPr/>
          <a:lstStyle/>
          <a:p>
            <a:r>
              <a:rPr lang="fr-FR" u="sng" dirty="0">
                <a:solidFill>
                  <a:schemeClr val="accent5"/>
                </a:solidFill>
              </a:rPr>
              <a:t>Liste des processus RH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77E8BB-5775-13D1-5270-24CF4093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185" y="1148732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Parcours onboarding avec mails automatisés</a:t>
            </a:r>
          </a:p>
          <a:p>
            <a:pPr marL="0" indent="0">
              <a:buNone/>
            </a:pPr>
            <a:r>
              <a:rPr lang="fr-FR" sz="1600" i="1" dirty="0"/>
              <a:t>OK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Rappel formation obligatoire</a:t>
            </a:r>
          </a:p>
          <a:p>
            <a:pPr marL="0" indent="0">
              <a:buNone/>
            </a:pPr>
            <a:r>
              <a:rPr lang="fr-FR" sz="1800" i="1" dirty="0"/>
              <a:t>Manque l’envoi à une périodicité (exemple : M-2)</a:t>
            </a:r>
          </a:p>
          <a:p>
            <a:pPr marL="0" indent="0">
              <a:buNone/>
            </a:pPr>
            <a:endParaRPr lang="fr-FR" sz="1800" i="1" dirty="0"/>
          </a:p>
          <a:p>
            <a:r>
              <a:rPr lang="fr-FR" dirty="0"/>
              <a:t>Connexion avec API et envoi des informations quotidiennes (exemple : actualité RH)</a:t>
            </a:r>
          </a:p>
          <a:p>
            <a:pPr marL="0" indent="0">
              <a:buNone/>
            </a:pPr>
            <a:r>
              <a:rPr lang="fr-FR" sz="1600" i="1" dirty="0"/>
              <a:t>ok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Envoi des mots de passe à un directeur d’</a:t>
            </a:r>
            <a:r>
              <a:rPr lang="fr-FR" dirty="0" err="1"/>
              <a:t>hotel</a:t>
            </a:r>
            <a:endParaRPr lang="fr-FR" dirty="0"/>
          </a:p>
          <a:p>
            <a:pPr marL="0" indent="0">
              <a:buNone/>
            </a:pPr>
            <a:r>
              <a:rPr lang="fr-FR" sz="1800" i="1" dirty="0"/>
              <a:t>Manque envoi dans un seul et unique email</a:t>
            </a:r>
          </a:p>
        </p:txBody>
      </p:sp>
    </p:spTree>
    <p:extLst>
      <p:ext uri="{BB962C8B-B14F-4D97-AF65-F5344CB8AC3E}">
        <p14:creationId xmlns:p14="http://schemas.microsoft.com/office/powerpoint/2010/main" val="25765037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18748</TotalTime>
  <Words>126</Words>
  <Application>Microsoft Office PowerPoint</Application>
  <PresentationFormat>Grand écran</PresentationFormat>
  <Paragraphs>32</Paragraphs>
  <Slides>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Survey monkey api</vt:lpstr>
      <vt:lpstr>Ecrire du texte et ajouter des images</vt:lpstr>
      <vt:lpstr>Liste des processus RH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HELOIR Adrien</dc:creator>
  <cp:lastModifiedBy>HELOIR Adrien</cp:lastModifiedBy>
  <cp:revision>1</cp:revision>
  <dcterms:created xsi:type="dcterms:W3CDTF">2026-02-11T12:37:51Z</dcterms:created>
  <dcterms:modified xsi:type="dcterms:W3CDTF">2026-02-24T13:06:21Z</dcterms:modified>
</cp:coreProperties>
</file>